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735763" cy="987266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87C3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82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C94F-1454-4625-B19A-ED604EC22467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76924-0429-4F18-BA2B-611EB8420E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373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C94F-1454-4625-B19A-ED604EC22467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76924-0429-4F18-BA2B-611EB8420E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1139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C94F-1454-4625-B19A-ED604EC22467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76924-0429-4F18-BA2B-611EB8420E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4444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C94F-1454-4625-B19A-ED604EC22467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76924-0429-4F18-BA2B-611EB8420E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798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C94F-1454-4625-B19A-ED604EC22467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76924-0429-4F18-BA2B-611EB8420E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5564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C94F-1454-4625-B19A-ED604EC22467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76924-0429-4F18-BA2B-611EB8420E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5955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C94F-1454-4625-B19A-ED604EC22467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76924-0429-4F18-BA2B-611EB8420E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3199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C94F-1454-4625-B19A-ED604EC22467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76924-0429-4F18-BA2B-611EB8420E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7459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C94F-1454-4625-B19A-ED604EC22467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76924-0429-4F18-BA2B-611EB8420E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7439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C94F-1454-4625-B19A-ED604EC22467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76924-0429-4F18-BA2B-611EB8420E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4296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C94F-1454-4625-B19A-ED604EC22467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76924-0429-4F18-BA2B-611EB8420E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2740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FC94F-1454-4625-B19A-ED604EC22467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76924-0429-4F18-BA2B-611EB8420E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4262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テキスト ボックス 25"/>
          <p:cNvSpPr txBox="1"/>
          <p:nvPr/>
        </p:nvSpPr>
        <p:spPr>
          <a:xfrm>
            <a:off x="-9832" y="-29496"/>
            <a:ext cx="914400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GI41</a:t>
            </a:r>
            <a:r>
              <a:rPr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課題</a:t>
            </a:r>
            <a:r>
              <a:rPr lang="en-US" altLang="ja-JP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03</a:t>
            </a:r>
            <a:r>
              <a:rPr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ja-JP" altLang="en-US" dirty="0"/>
              <a:t>圧縮王学内コンテスト</a:t>
            </a:r>
            <a:endParaRPr lang="en-US" altLang="ja-JP" sz="1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600" dirty="0">
              <a:latin typeface="小塚ゴシック Pr6N L" panose="020B0200000000000000" pitchFamily="34" charset="-128"/>
              <a:ea typeface="小塚ゴシック Pr6N L" panose="020B0200000000000000" pitchFamily="34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課題内容：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作成したオリジナルの圧縮プログラムで圧縮＆復号する。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data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フォルダ内の５個のファイルを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個のファイルに圧縮し出力。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出力されたファイルを元のファイルに完全に復号できること（可逆圧縮）。</a:t>
            </a:r>
            <a:b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圧縮後のファイルサイズで順位を決定。</a:t>
            </a:r>
            <a:b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サイズが同じだった場合は技術解説書の内容で順位を決定。</a:t>
            </a:r>
            <a:b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使用言語は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C/C++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のみ。</a:t>
            </a:r>
            <a:b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外部ライブラリは使用禁止。</a:t>
            </a:r>
            <a:b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コード作成時に生成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使用可。</a:t>
            </a:r>
            <a:b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提出物：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・ソースコード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・実行ファイル（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Teams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提出時に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Zip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で圧縮）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・圧縮後のファイル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・技術説明書（書式は自由）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txt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か 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pptx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などで作成　工夫した点や使用したアルゴリズムを記述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提出期限：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2026</a:t>
            </a: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7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日（金）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3803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2223</TotalTime>
  <Words>177</Words>
  <Application>Microsoft Office PowerPoint</Application>
  <PresentationFormat>画面に合わせる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メイリオ</vt:lpstr>
      <vt:lpstr>小塚ゴシック Pr6N L</vt:lpstr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高木慶介</dc:creator>
  <cp:lastModifiedBy>TH-STAFF 村瀬克磨</cp:lastModifiedBy>
  <cp:revision>47</cp:revision>
  <cp:lastPrinted>2015-06-29T07:54:43Z</cp:lastPrinted>
  <dcterms:created xsi:type="dcterms:W3CDTF">2015-06-25T04:41:04Z</dcterms:created>
  <dcterms:modified xsi:type="dcterms:W3CDTF">2026-06-18T08:30:20Z</dcterms:modified>
</cp:coreProperties>
</file>